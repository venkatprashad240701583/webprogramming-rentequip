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5973775" cy="6858000"/>
          </a:xfrm>
          <a:prstGeom prst="rect">
            <a:avLst/>
          </a:prstGeom>
          <a:solidFill>
            <a:srgbClr val="F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COURSE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RentEquip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1DCD7"/>
                </a:solidFill>
              </a:defRPr>
            </a:pPr>
            <a:r>
              <a:t>College Campus Equipment &amp; Study Resource Rental Marketplace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4114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EF3C7"/>
                </a:solidFill>
              </a:defRPr>
            </a:pPr>
            <a:r>
              <a:t>Course: Web Programming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Student Name: VENKAT PRASHAD A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Roll Number: 240701583</a:t>
            </a:r>
          </a:p>
          <a:p>
            <a:pPr>
              <a:defRPr sz="1400">
                <a:solidFill>
                  <a:srgbClr val="A3B8B0"/>
                </a:solidFill>
              </a:defRPr>
            </a:pPr>
            <a:r>
              <a:t>Department of Computer Science &amp; Engineering</a:t>
            </a:r>
          </a:p>
        </p:txBody>
      </p:sp>
      <p:pic>
        <p:nvPicPr>
          <p:cNvPr id="9" name="Picture 8" descr="slide1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🎓 THE CAMPUS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4332"/>
                </a:solidFill>
              </a:defRPr>
            </a:pPr>
            <a:r>
              <a:t>Why Do Students Need RentEquip?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Sudden Exam &amp; Lab Emergencies: </a:t>
            </a:r>
            <a:r>
              <a:rPr sz="1300">
                <a:solidFill>
                  <a:srgbClr val="4B5D56"/>
                </a:solidFill>
              </a:rPr>
              <a:t>Students frequently forget mandatory items (white lab coats, safety goggles, scientific calculators, or drafters) right before lab sessions or semester finals.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High Cost for Temporary Usage: </a:t>
            </a:r>
            <a:r>
              <a:rPr sz="1300">
                <a:solidFill>
                  <a:srgbClr val="4B5D56"/>
                </a:solidFill>
              </a:rPr>
              <a:t>Buying a ₹1,500+ Casio fx-991EX calculator, ₹800 drawing board, or ₹600 mini-drafter for a single semester course creates unnecessary financial burden.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Hostel Clutter &amp; Waste: </a:t>
            </a:r>
            <a:r>
              <a:rPr sz="1300">
                <a:solidFill>
                  <a:srgbClr val="4B5D56"/>
                </a:solidFill>
              </a:rPr>
              <a:t>Graduating seniors and higher-semester students have perfectly functional tools gathering dust in hostel rooms with no easy peer-sharing channel.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Campus Circular Economy: </a:t>
            </a:r>
            <a:r>
              <a:rPr sz="1300">
                <a:solidFill>
                  <a:srgbClr val="4B5D56"/>
                </a:solidFill>
              </a:rPr>
              <a:t>RentEquip bridges students needing temporary gear with peers willing to lend, creating affordable access starting from just ₹2/day.</a:t>
            </a:r>
          </a:p>
        </p:txBody>
      </p:sp>
      <p:pic>
        <p:nvPicPr>
          <p:cNvPr id="7" name="Picture 6" descr="slide2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🎓 CAMPUS-CENTRIC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Core Features &amp; 50+ Campus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4332"/>
                </a:solidFill>
              </a:defRPr>
            </a:pPr>
            <a:r>
              <a:t>Built for Daily Student Life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10 Comprehensive Categories: </a:t>
            </a:r>
            <a:r>
              <a:rPr sz="1300">
                <a:solidFill>
                  <a:srgbClr val="4B5D56"/>
                </a:solidFill>
              </a:rPr>
              <a:t>Stationery, Engineering Drawing, Lab Essentials, Academic Resources, Electronics, Art &amp; Design, Presentations, Sports, Events, and Everyday Student Essentials.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Strategic Campus Pickup Points: </a:t>
            </a:r>
            <a:r>
              <a:rPr sz="1300">
                <a:solidFill>
                  <a:srgbClr val="4B5D56"/>
                </a:solidFill>
              </a:rPr>
              <a:t>Collect items within minutes at Central Library Helpdesk, SAC Room 102, Mechanical Workshop, Science Labs, or Hostel Common Rooms.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Real-time Cost &amp; Deposit Engine: </a:t>
            </a:r>
            <a:r>
              <a:rPr sz="1300">
                <a:solidFill>
                  <a:srgbClr val="4B5D56"/>
                </a:solidFill>
              </a:rPr>
              <a:t>Dynamic quote calculator displaying daily rate in ₹, 5% student pool fee, and 100% refundable escrow security deposit.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Condition Transparency: </a:t>
            </a:r>
            <a:r>
              <a:rPr sz="1300">
                <a:solidFill>
                  <a:srgbClr val="4B5D56"/>
                </a:solidFill>
              </a:rPr>
              <a:t>Items labeled by condition (Pristine, Gently Used, Working) with verified student reviews to ensure reliability during critical exams.</a:t>
            </a:r>
          </a:p>
        </p:txBody>
      </p:sp>
      <p:pic>
        <p:nvPicPr>
          <p:cNvPr id="7" name="Picture 6" descr="slide3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🎓 ENGINEERING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Architecture &amp; Zero-Dependency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4332"/>
                </a:solidFill>
              </a:defRPr>
            </a:pPr>
            <a:r>
              <a:t>Pure Vanilla Web Implementation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Zero Frameworks &amp; Libraries: </a:t>
            </a:r>
            <a:r>
              <a:rPr sz="1300">
                <a:solidFill>
                  <a:srgbClr val="4B5D56"/>
                </a:solidFill>
              </a:rPr>
              <a:t>Engineered exclusively with semantic HTML5, modern CSS3 (Flexbox/Grid, tokens), and vanilla ES6+ JavaScript. No npm, React, Vue, or build tools.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LocalStorage Persistence Engine: </a:t>
            </a:r>
            <a:r>
              <a:rPr sz="1300">
                <a:solidFill>
                  <a:srgbClr val="4B5D56"/>
                </a:solidFill>
              </a:rPr>
              <a:t>Complete state repository storing users, 52+ equipment items, bookings, reviews, and notifications in client-side localStorage.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Mathematical Conflict Engine: </a:t>
            </a:r>
            <a:r>
              <a:rPr sz="1300">
                <a:solidFill>
                  <a:srgbClr val="4B5D56"/>
                </a:solidFill>
              </a:rPr>
              <a:t>Deterministic date interval overlap algorithm (startA &lt;= endB &amp;&amp; startB &lt;= endA) preventing double bookings on confirmed equipment.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GitHub Actions CI/CD: </a:t>
            </a:r>
            <a:r>
              <a:rPr sz="1300">
                <a:solidFill>
                  <a:srgbClr val="4B5D56"/>
                </a:solidFill>
              </a:rPr>
              <a:t>Automated static deployment workflow (.github/workflows/deploy.yml) with subpath-safe relative paths for instant live hosting.</a:t>
            </a:r>
          </a:p>
        </p:txBody>
      </p:sp>
      <p:pic>
        <p:nvPicPr>
          <p:cNvPr id="7" name="Picture 6" descr="slide4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🎓 WORKFLOW &amp;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Rental Lifecycle &amp; Multi-Role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4332"/>
                </a:solidFill>
              </a:defRPr>
            </a:pPr>
            <a:r>
              <a:t>End-to-End State Machine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Simulated Multi-Role Personas: </a:t>
            </a:r>
            <a:r>
              <a:rPr sz="1300">
                <a:solidFill>
                  <a:srgbClr val="4B5D56"/>
                </a:solidFill>
              </a:rPr>
              <a:t>Instant navbar switcher between Aarav Sharma (Student Renter), Priya Patel (Student Lender/Host), and SAC Council (Admin).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Borrow Lifecycle Stages: </a:t>
            </a:r>
            <a:r>
              <a:rPr sz="1300">
                <a:solidFill>
                  <a:srgbClr val="4B5D56"/>
                </a:solidFill>
              </a:rPr>
              <a:t>Pending Request -&gt; Host Approval -&gt; Handover/Active -&gt; Return Trigger -&gt; Condition Check -&gt; Deposit Settlement -&gt; Verified Review.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Deposit Escrow &amp; Late Fees: </a:t>
            </a:r>
            <a:r>
              <a:rPr sz="1300">
                <a:solidFill>
                  <a:srgbClr val="4B5D56"/>
                </a:solidFill>
              </a:rPr>
              <a:t>Automatic late penalty calculation (1.25x daily rate) and wear deductions, ensuring fair protection for student hosts.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Verified Peer Feedback: </a:t>
            </a:r>
            <a:r>
              <a:rPr sz="1300">
                <a:solidFill>
                  <a:srgbClr val="4B5D56"/>
                </a:solidFill>
              </a:rPr>
              <a:t>Strict verification rule: reviews permitted exclusively after an item return has been inspected and completed.</a:t>
            </a:r>
          </a:p>
        </p:txBody>
      </p:sp>
      <p:pic>
        <p:nvPicPr>
          <p:cNvPr id="7" name="Picture 6" descr="slide5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🎓 RESULTS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Testing, Verification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4332"/>
                </a:solidFill>
              </a:defRPr>
            </a:pPr>
            <a:r>
              <a:t>Validated Results &amp; Deliverables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176/176 Test Checks Passed: </a:t>
            </a:r>
            <a:r>
              <a:rPr sz="1300">
                <a:solidFill>
                  <a:srgbClr val="4B5D56"/>
                </a:solidFill>
              </a:rPr>
              <a:t>Rigorous automated test suite covering financial calculations in ₹, date collision prevention, and DOM binding contracts across all 6 pages.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Responsive Campus Design: </a:t>
            </a:r>
            <a:r>
              <a:rPr sz="1300">
                <a:solidFill>
                  <a:srgbClr val="4B5D56"/>
                </a:solidFill>
              </a:rPr>
              <a:t>Student-friendly notebook cream aesthetic with floating academic doodles, tactile hover cards, status badges, and mobile drawer navigation.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Live GitHub Pages Deployment: </a:t>
            </a:r>
            <a:r>
              <a:rPr sz="1300">
                <a:solidFill>
                  <a:srgbClr val="4B5D56"/>
                </a:solidFill>
              </a:rPr>
              <a:t>Automated CI/CD pipeline deploys static files directly to production upon push to main with subpath compatibility.</a:t>
            </a:r>
          </a:p>
          <a:p>
            <a:pPr>
              <a:spcBef>
                <a:spcPts val="1000"/>
              </a:spcBef>
            </a:pPr>
            <a:r>
              <a:rPr b="1" sz="1400">
                <a:solidFill>
                  <a:srgbClr val="1C2826"/>
                </a:solidFill>
              </a:rPr>
              <a:t>Summary: </a:t>
            </a:r>
            <a:r>
              <a:rPr sz="1300">
                <a:solidFill>
                  <a:srgbClr val="4B5D56"/>
                </a:solidFill>
              </a:rPr>
              <a:t>RentEquip demonstrates that modern, rich web applications can be constructed with zero bloated dependencies, providing real-world utility for university campuses.</a:t>
            </a:r>
          </a:p>
        </p:txBody>
      </p:sp>
      <p:pic>
        <p:nvPicPr>
          <p:cNvPr id="7" name="Picture 6" descr="slide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