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17920" y="0"/>
            <a:ext cx="5973775" cy="6858000"/>
          </a:xfrm>
          <a:prstGeom prst="rect">
            <a:avLst/>
          </a:prstGeom>
          <a:solidFill>
            <a:srgbClr val="FCF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COLLEGE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029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000" b="1">
                <a:solidFill>
                  <a:srgbClr val="FFFFFF"/>
                </a:solidFill>
              </a:defRPr>
            </a:pPr>
            <a:r>
              <a:t>RentEquip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D1DCD7"/>
                </a:solidFill>
              </a:defRPr>
            </a:pPr>
            <a:r>
              <a:t>Campus Equipment Rental Marketplace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154680"/>
            <a:ext cx="4114800" cy="45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EF3C7"/>
                </a:solidFill>
              </a:defRPr>
            </a:pPr>
            <a:r>
              <a:t>Course: Web Programming</a:t>
            </a:r>
          </a:p>
          <a:p>
            <a:pPr>
              <a:spcBef>
                <a:spcPts val="800"/>
              </a:spcBef>
              <a:defRPr sz="2000" b="1">
                <a:solidFill>
                  <a:srgbClr val="FFFFFF"/>
                </a:solidFill>
              </a:defRPr>
            </a:pPr>
            <a:r>
              <a:t>Student Name: VENKAT PRASHAD A</a:t>
            </a:r>
          </a:p>
          <a:p>
            <a:pPr>
              <a:spcBef>
                <a:spcPts val="400"/>
              </a:spcBef>
              <a:defRPr sz="1800" b="1">
                <a:solidFill>
                  <a:srgbClr val="F59E0B"/>
                </a:solidFill>
              </a:defRPr>
            </a:pPr>
            <a:r>
              <a:t>Roll Number: 240701583</a:t>
            </a:r>
          </a:p>
          <a:p>
            <a:pPr>
              <a:spcBef>
                <a:spcPts val="400"/>
              </a:spcBef>
              <a:defRPr sz="1400">
                <a:solidFill>
                  <a:srgbClr val="A3B8B0"/>
                </a:solidFill>
              </a:defRPr>
            </a:pPr>
            <a:r>
              <a:t>Department of Computer Science &amp; Engineering</a:t>
            </a:r>
          </a:p>
        </p:txBody>
      </p:sp>
      <p:pic>
        <p:nvPicPr>
          <p:cNvPr id="9" name="Picture 8" descr="slide1_cam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82296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5486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THE CAMPUS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8686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32004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F59E0B"/>
                </a:solidFill>
              </a:defRPr>
            </a:pPr>
            <a:r>
              <a:t>02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4332"/>
                </a:solidFill>
              </a:defRPr>
            </a:pPr>
            <a:r>
              <a:t>Challenges College Students Face:</a:t>
            </a:r>
          </a:p>
          <a:p>
            <a:pPr>
              <a:spcBef>
                <a:spcPts val="1200"/>
              </a:spcBef>
            </a:pPr>
            <a:r>
              <a:rPr b="1" sz="1400">
                <a:solidFill>
                  <a:srgbClr val="1C2826"/>
                </a:solidFill>
              </a:rPr>
              <a:t>• Forgotten Essential Items: </a:t>
            </a:r>
            <a:r>
              <a:rPr sz="1300">
                <a:solidFill>
                  <a:srgbClr val="4B5D56"/>
                </a:solidFill>
              </a:rPr>
              <a:t>Students frequently forget items like pens, calculators, lab coats, and drawing tools right before tests or practicals.</a:t>
            </a:r>
          </a:p>
          <a:p>
            <a:pPr>
              <a:spcBef>
                <a:spcPts val="1200"/>
              </a:spcBef>
            </a:pPr>
            <a:r>
              <a:rPr b="1" sz="1400">
                <a:solidFill>
                  <a:srgbClr val="1C2826"/>
                </a:solidFill>
              </a:rPr>
              <a:t>• High One-Time Purchase Costs: </a:t>
            </a:r>
            <a:r>
              <a:rPr sz="1300">
                <a:solidFill>
                  <a:srgbClr val="4B5D56"/>
                </a:solidFill>
              </a:rPr>
              <a:t>Buying equipment like drawing boards or scientific calculators for a single semester is expensive and wasteful.</a:t>
            </a:r>
          </a:p>
          <a:p>
            <a:pPr>
              <a:spcBef>
                <a:spcPts val="1200"/>
              </a:spcBef>
            </a:pPr>
            <a:r>
              <a:rPr b="1" sz="1400">
                <a:solidFill>
                  <a:srgbClr val="1C2826"/>
                </a:solidFill>
              </a:rPr>
              <a:t>• Temporary Academic Needs: </a:t>
            </a:r>
            <a:r>
              <a:rPr sz="1300">
                <a:solidFill>
                  <a:srgbClr val="4B5D56"/>
                </a:solidFill>
              </a:rPr>
              <a:t>Students struggle to find specialized tools needed only for short-term project presentations or lab assignments.</a:t>
            </a:r>
          </a:p>
          <a:p>
            <a:pPr>
              <a:spcBef>
                <a:spcPts val="1200"/>
              </a:spcBef>
            </a:pPr>
            <a:r>
              <a:rPr b="1" sz="1400">
                <a:solidFill>
                  <a:srgbClr val="1C2826"/>
                </a:solidFill>
              </a:rPr>
              <a:t>• Lack of Centralized Platform: </a:t>
            </a:r>
            <a:r>
              <a:rPr sz="1300">
                <a:solidFill>
                  <a:srgbClr val="4B5D56"/>
                </a:solidFill>
              </a:rPr>
              <a:t>There is no organized, convenient campus marketplace for students to easily borrow or rent items from peers.</a:t>
            </a:r>
          </a:p>
        </p:txBody>
      </p:sp>
      <p:pic>
        <p:nvPicPr>
          <p:cNvPr id="8" name="Picture 7" descr="slide2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71600"/>
            <a:ext cx="50292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5486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8686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Proposed Solution — RentEquip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32004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F59E0B"/>
                </a:solidFill>
              </a:defRPr>
            </a:pPr>
            <a:r>
              <a:t>03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4332"/>
                </a:solidFill>
              </a:defRPr>
            </a:pPr>
            <a:r>
              <a:t>How RentEquip Solves the Problem:</a:t>
            </a:r>
          </a:p>
          <a:p>
            <a:pPr>
              <a:spcBef>
                <a:spcPts val="1200"/>
              </a:spcBef>
            </a:pPr>
            <a:r>
              <a:rPr b="1" sz="1400">
                <a:solidFill>
                  <a:srgbClr val="1C2826"/>
                </a:solidFill>
              </a:rPr>
              <a:t>• Peer-to-Peer Campus Marketplace: </a:t>
            </a:r>
            <a:r>
              <a:rPr sz="1300">
                <a:solidFill>
                  <a:srgbClr val="4B5D56"/>
                </a:solidFill>
              </a:rPr>
              <a:t>Connects students who need academic items with students, seniors, and campus clubs who own them.</a:t>
            </a:r>
          </a:p>
          <a:p>
            <a:pPr>
              <a:spcBef>
                <a:spcPts val="1200"/>
              </a:spcBef>
            </a:pPr>
            <a:r>
              <a:rPr b="1" sz="1400">
                <a:solidFill>
                  <a:srgbClr val="1C2826"/>
                </a:solidFill>
              </a:rPr>
              <a:t>• Search &amp; Rent with Ease: </a:t>
            </a:r>
            <a:r>
              <a:rPr sz="1300">
                <a:solidFill>
                  <a:srgbClr val="4B5D56"/>
                </a:solidFill>
              </a:rPr>
              <a:t>Students can browse, search, and rent essential items for flexible daily periods at affordable student rates.</a:t>
            </a:r>
          </a:p>
          <a:p>
            <a:pPr>
              <a:spcBef>
                <a:spcPts val="1200"/>
              </a:spcBef>
            </a:pPr>
            <a:r>
              <a:rPr b="1" sz="1400">
                <a:solidFill>
                  <a:srgbClr val="1C2826"/>
                </a:solidFill>
              </a:rPr>
              <a:t>• Lender Tools for Owners: </a:t>
            </a:r>
            <a:r>
              <a:rPr sz="1300">
                <a:solidFill>
                  <a:srgbClr val="4B5D56"/>
                </a:solidFill>
              </a:rPr>
              <a:t>Equipment owners can list spare items, set rental prices and deposits, and manage incoming requests easily.</a:t>
            </a:r>
          </a:p>
          <a:p>
            <a:pPr>
              <a:spcBef>
                <a:spcPts val="1200"/>
              </a:spcBef>
            </a:pPr>
            <a:r>
              <a:rPr b="1" sz="1400">
                <a:solidFill>
                  <a:srgbClr val="1C2826"/>
                </a:solidFill>
              </a:rPr>
              <a:t>• Single Centralized Platform: </a:t>
            </a:r>
            <a:r>
              <a:rPr sz="1300">
                <a:solidFill>
                  <a:srgbClr val="4B5D56"/>
                </a:solidFill>
              </a:rPr>
              <a:t>A unified website simplifies discovery, date reservation, pickup coordination, and return settlements.</a:t>
            </a:r>
          </a:p>
        </p:txBody>
      </p:sp>
      <p:pic>
        <p:nvPicPr>
          <p:cNvPr id="8" name="Picture 7" descr="slide3_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71600"/>
            <a:ext cx="50292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5486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WHAT STUDENTS CAN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8686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Key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32004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F59E0B"/>
                </a:solidFill>
              </a:defRPr>
            </a:pPr>
            <a:r>
              <a:t>04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4332"/>
                </a:solidFill>
              </a:defRPr>
            </a:pPr>
            <a:r>
              <a:t>Core Application Capabilities: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1C2826"/>
                </a:solidFill>
              </a:rPr>
              <a:t>• Smart Search &amp; Filters: </a:t>
            </a:r>
            <a:r>
              <a:rPr sz="1200">
                <a:solidFill>
                  <a:srgbClr val="4B5D56"/>
                </a:solidFill>
              </a:rPr>
              <a:t>Filter equipment by category, daily price budget, availability, and campus pickup locations.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1C2826"/>
                </a:solidFill>
              </a:rPr>
              <a:t>• Diverse Academic Inventory: </a:t>
            </a:r>
            <a:r>
              <a:rPr sz="1200">
                <a:solidFill>
                  <a:srgbClr val="4B5D56"/>
                </a:solidFill>
              </a:rPr>
              <a:t>Browse stationery, engineering drawing boards, lab coats, multimeters, tech gear, art sets, and textbooks.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1C2826"/>
                </a:solidFill>
              </a:rPr>
              <a:t>• Seamless Rental Requests: </a:t>
            </a:r>
            <a:r>
              <a:rPr sz="1200">
                <a:solidFill>
                  <a:srgbClr val="4B5D56"/>
                </a:solidFill>
              </a:rPr>
              <a:t>Select pickup and return dates, view live cost quotes, and send booking requests with a single click.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1C2826"/>
                </a:solidFill>
              </a:rPr>
              <a:t>• Owner Request Management: </a:t>
            </a:r>
            <a:r>
              <a:rPr sz="1200">
                <a:solidFill>
                  <a:srgbClr val="4B5D56"/>
                </a:solidFill>
              </a:rPr>
              <a:t>Hosts can review incoming requests and choose to approve or decline with feedback.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1C2826"/>
                </a:solidFill>
              </a:rPr>
              <a:t>• Deposit &amp; Return Tracking: </a:t>
            </a:r>
            <a:r>
              <a:rPr sz="1200">
                <a:solidFill>
                  <a:srgbClr val="4B5D56"/>
                </a:solidFill>
              </a:rPr>
              <a:t>Transparent tracking of refundable security deposits, actual return dates, and condition reports.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1C2826"/>
                </a:solidFill>
              </a:rPr>
              <a:t>• Alerts &amp; Verified Reviews: </a:t>
            </a:r>
            <a:r>
              <a:rPr sz="1200">
                <a:solidFill>
                  <a:srgbClr val="4B5D56"/>
                </a:solidFill>
              </a:rPr>
              <a:t>Real-time notifications for booking updates and verified peer reviews for completed rentals.</a:t>
            </a:r>
          </a:p>
        </p:txBody>
      </p:sp>
      <p:pic>
        <p:nvPicPr>
          <p:cNvPr id="8" name="Picture 7" descr="slide4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71600"/>
            <a:ext cx="50292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5486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END-TO-END RENTAL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8686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System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32004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F59E0B"/>
                </a:solidFill>
              </a:defRPr>
            </a:pPr>
            <a:r>
              <a:t>05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4332"/>
                </a:solidFill>
              </a:defRPr>
            </a:pPr>
            <a:r>
              <a:t>How RentEquip Works: From Search to Return &amp; Review</a:t>
            </a:r>
          </a:p>
        </p:txBody>
      </p:sp>
      <p:pic>
        <p:nvPicPr>
          <p:cNvPr id="8" name="Picture 7" descr="slide5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106984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5486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PLATFORM STAKEHOLDERS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8686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User Roles &amp; Ecosystem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32004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F59E0B"/>
                </a:solidFill>
              </a:defRPr>
            </a:pPr>
            <a:r>
              <a:t>06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4332"/>
                </a:solidFill>
              </a:defRPr>
            </a:pPr>
            <a:r>
              <a:t>Three Distinct Campus Roles:</a:t>
            </a:r>
          </a:p>
          <a:p>
            <a:pPr>
              <a:spcBef>
                <a:spcPts val="1400"/>
              </a:spcBef>
            </a:pPr>
            <a:r>
              <a:rPr b="1" sz="1500">
                <a:solidFill>
                  <a:srgbClr val="1C2826"/>
                </a:solidFill>
              </a:rPr>
              <a:t>1. Customer (Student Borrower)
</a:t>
            </a:r>
            <a:r>
              <a:rPr sz="1300">
                <a:solidFill>
                  <a:srgbClr val="4B5D56"/>
                </a:solidFill>
              </a:rPr>
              <a:t>Searches campus catalog, selects rental duration, submits borrow requests, tracks bookings, confirms pickup, and writes peer reviews.</a:t>
            </a:r>
          </a:p>
          <a:p>
            <a:pPr>
              <a:spcBef>
                <a:spcPts val="1400"/>
              </a:spcBef>
            </a:pPr>
            <a:r>
              <a:rPr b="1" sz="1500">
                <a:solidFill>
                  <a:srgbClr val="1C2826"/>
                </a:solidFill>
              </a:rPr>
              <a:t>2. Equipment Owner (Student Lender / Senior)
</a:t>
            </a:r>
            <a:r>
              <a:rPr sz="1300">
                <a:solidFill>
                  <a:srgbClr val="4B5D56"/>
                </a:solidFill>
              </a:rPr>
              <a:t>Lists spare academic items, sets daily prices and deposits, approves or declines requests, checks returned items, and releases deposits.</a:t>
            </a:r>
          </a:p>
          <a:p>
            <a:pPr>
              <a:spcBef>
                <a:spcPts val="1400"/>
              </a:spcBef>
            </a:pPr>
            <a:r>
              <a:rPr b="1" sz="1500">
                <a:solidFill>
                  <a:srgbClr val="1C2826"/>
                </a:solidFill>
              </a:rPr>
              <a:t>3. Administrator (Student Affairs Council / SAC)
</a:t>
            </a:r>
            <a:r>
              <a:rPr sz="1300">
                <a:solidFill>
                  <a:srgbClr val="4B5D56"/>
                </a:solidFill>
              </a:rPr>
              <a:t>Oversees platform activity, user registry, campus catalog audit, monitors overdue alerts, and maintains data backups.</a:t>
            </a:r>
          </a:p>
        </p:txBody>
      </p:sp>
      <p:pic>
        <p:nvPicPr>
          <p:cNvPr id="8" name="Picture 7" descr="slide6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71600"/>
            <a:ext cx="50292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5486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SIMPLE WEB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8686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Technology 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32004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F59E0B"/>
                </a:solidFill>
              </a:defRPr>
            </a:pPr>
            <a:r>
              <a:t>07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4332"/>
                </a:solidFill>
              </a:defRPr>
            </a:pPr>
            <a:r>
              <a:t>Built with Core Web Technologies: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1C2826"/>
                </a:solidFill>
              </a:rPr>
              <a:t>• HTML: </a:t>
            </a:r>
            <a:r>
              <a:rPr sz="1200">
                <a:solidFill>
                  <a:srgbClr val="4B5D56"/>
                </a:solidFill>
              </a:rPr>
              <a:t>Builds the web pages, accessible forms, modal structures, and semantic layouts.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1C2826"/>
                </a:solidFill>
              </a:rPr>
              <a:t>• CSS: </a:t>
            </a:r>
            <a:r>
              <a:rPr sz="1200">
                <a:solidFill>
                  <a:srgbClr val="4B5D56"/>
                </a:solidFill>
              </a:rPr>
              <a:t>Provides the campus notebook visual design, responsive layouts (Flexbox &amp; Grid), and smooth animations.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1C2826"/>
                </a:solidFill>
              </a:rPr>
              <a:t>• JavaScript (Vanilla ES6): </a:t>
            </a:r>
            <a:r>
              <a:rPr sz="1200">
                <a:solidFill>
                  <a:srgbClr val="4B5D56"/>
                </a:solidFill>
              </a:rPr>
              <a:t>Handles user interactions, real-time rental calculations, date conflict checking, and page navigation.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1C2826"/>
                </a:solidFill>
              </a:rPr>
              <a:t>• Browser localStorage: </a:t>
            </a:r>
            <a:r>
              <a:rPr sz="1200">
                <a:solidFill>
                  <a:srgbClr val="4B5D56"/>
                </a:solidFill>
              </a:rPr>
              <a:t>Saves all demonstration data (equipment, bookings, users, and reviews) directly in the browser with zero backend.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1C2826"/>
                </a:solidFill>
              </a:rPr>
              <a:t>• GitHub &amp; GitHub Actions: </a:t>
            </a:r>
            <a:r>
              <a:rPr sz="1200">
                <a:solidFill>
                  <a:srgbClr val="4B5D56"/>
                </a:solidFill>
              </a:rPr>
              <a:t>Hosts source code repository and runs automated CI/CD deployment on every push to main.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1C2826"/>
                </a:solidFill>
              </a:rPr>
              <a:t>• GitHub Pages: </a:t>
            </a:r>
            <a:r>
              <a:rPr sz="1200">
                <a:solidFill>
                  <a:srgbClr val="4B5D56"/>
                </a:solidFill>
              </a:rPr>
              <a:t>Deploys and hosts the static website online with a publicly accessible URL.</a:t>
            </a:r>
          </a:p>
        </p:txBody>
      </p:sp>
      <p:pic>
        <p:nvPicPr>
          <p:cNvPr id="8" name="Picture 7" descr="slide7_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71600"/>
            <a:ext cx="50292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5486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HOSTING &amp;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8686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Deployment &amp; Accessibility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32004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F59E0B"/>
                </a:solidFill>
              </a:defRPr>
            </a:pPr>
            <a:r>
              <a:t>08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4332"/>
                </a:solidFill>
              </a:defRPr>
            </a:pPr>
            <a:r>
              <a:t>How Users Access RentEquip:</a:t>
            </a:r>
          </a:p>
          <a:p>
            <a:pPr>
              <a:spcBef>
                <a:spcPts val="1200"/>
              </a:spcBef>
            </a:pPr>
            <a:r>
              <a:rPr b="1" sz="1400">
                <a:solidFill>
                  <a:srgbClr val="1C2826"/>
                </a:solidFill>
              </a:rPr>
              <a:t>• Hosted on GitHub Pages: </a:t>
            </a:r>
            <a:r>
              <a:rPr sz="1300">
                <a:solidFill>
                  <a:srgbClr val="4B5D56"/>
                </a:solidFill>
              </a:rPr>
              <a:t>The website is deployed live using GitHub Pages infrastructure, ensuring high availability.</a:t>
            </a:r>
          </a:p>
          <a:p>
            <a:pPr>
              <a:spcBef>
                <a:spcPts val="1200"/>
              </a:spcBef>
            </a:pPr>
            <a:r>
              <a:rPr b="1" sz="1400">
                <a:solidFill>
                  <a:srgbClr val="1C2826"/>
                </a:solidFill>
              </a:rPr>
              <a:t>• Accessible via Public URL: </a:t>
            </a:r>
            <a:r>
              <a:rPr sz="1300">
                <a:solidFill>
                  <a:srgbClr val="4B5D56"/>
                </a:solidFill>
              </a:rPr>
              <a:t>Students and faculty can access the marketplace directly through a standard web link.</a:t>
            </a:r>
          </a:p>
          <a:p>
            <a:pPr>
              <a:spcBef>
                <a:spcPts val="1200"/>
              </a:spcBef>
            </a:pPr>
            <a:r>
              <a:rPr b="1" sz="1400">
                <a:solidFill>
                  <a:srgbClr val="1C2826"/>
                </a:solidFill>
              </a:rPr>
              <a:t>• No Installation Required: </a:t>
            </a:r>
            <a:r>
              <a:rPr sz="1300">
                <a:solidFill>
                  <a:srgbClr val="4B5D56"/>
                </a:solidFill>
              </a:rPr>
              <a:t>Zero client setup needed — runs immediately in any modern desktop or mobile web browser.</a:t>
            </a:r>
          </a:p>
          <a:p>
            <a:pPr>
              <a:spcBef>
                <a:spcPts val="1200"/>
              </a:spcBef>
            </a:pPr>
            <a:r>
              <a:rPr b="1" sz="1400">
                <a:solidFill>
                  <a:srgbClr val="1C2826"/>
                </a:solidFill>
              </a:rPr>
              <a:t>• Cross-Device Responsive: </a:t>
            </a:r>
            <a:r>
              <a:rPr sz="1300">
                <a:solidFill>
                  <a:srgbClr val="4B5D56"/>
                </a:solidFill>
              </a:rPr>
              <a:t>Clean adaptive layouts tailored for smartphones, tablets, and laptops.</a:t>
            </a:r>
          </a:p>
          <a:p>
            <a:pPr>
              <a:spcBef>
                <a:spcPts val="1200"/>
              </a:spcBef>
            </a:pPr>
            <a:r>
              <a:rPr b="1" sz="1400">
                <a:solidFill>
                  <a:srgbClr val="1C2826"/>
                </a:solidFill>
              </a:rPr>
              <a:t>• Automated Updates: </a:t>
            </a:r>
            <a:r>
              <a:rPr sz="1300">
                <a:solidFill>
                  <a:srgbClr val="4B5D56"/>
                </a:solidFill>
              </a:rPr>
              <a:t>Pushing updates to the main branch automatically triggers GitHub Actions to publish changes live.</a:t>
            </a:r>
          </a:p>
        </p:txBody>
      </p:sp>
      <p:pic>
        <p:nvPicPr>
          <p:cNvPr id="8" name="Picture 7" descr="slide8_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71600"/>
            <a:ext cx="50292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5486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PROJECT IMPACT &amp; 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8686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Benefits &amp; 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32004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F59E0B"/>
                </a:solidFill>
              </a:defRPr>
            </a:pPr>
            <a:r>
              <a:t>09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4332"/>
                </a:solidFill>
              </a:defRPr>
            </a:pPr>
            <a:r>
              <a:t>Impact on Campus Community: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1C2826"/>
                </a:solidFill>
              </a:rPr>
              <a:t>• Convenient Item Access: </a:t>
            </a:r>
            <a:r>
              <a:rPr sz="1200">
                <a:solidFill>
                  <a:srgbClr val="4B5D56"/>
                </a:solidFill>
              </a:rPr>
              <a:t>Makes essential study tools and lab gear quick and easy to locate right when needed.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1C2826"/>
                </a:solidFill>
              </a:rPr>
              <a:t>• Affordable Reuse: </a:t>
            </a:r>
            <a:r>
              <a:rPr sz="1200">
                <a:solidFill>
                  <a:srgbClr val="4B5D56"/>
                </a:solidFill>
              </a:rPr>
              <a:t>Reduces unnecessary purchases and promotes sustainable sharing among students.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1C2826"/>
                </a:solidFill>
              </a:rPr>
              <a:t>• Earnings for Lenders: </a:t>
            </a:r>
            <a:r>
              <a:rPr sz="1200">
                <a:solidFill>
                  <a:srgbClr val="4B5D56"/>
                </a:solidFill>
              </a:rPr>
              <a:t>Helps students and clubs earn pocket money from equipment they already own.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1C2826"/>
                </a:solidFill>
              </a:rPr>
              <a:t>• Future: Real UPI Payments: </a:t>
            </a:r>
            <a:r>
              <a:rPr sz="1200">
                <a:solidFill>
                  <a:srgbClr val="4B5D56"/>
                </a:solidFill>
              </a:rPr>
              <a:t>Integration with live college payment gateways (Google Pay, PhonePe, Paytm).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1C2826"/>
                </a:solidFill>
              </a:rPr>
              <a:t>• Future: Student ID Verification: </a:t>
            </a:r>
            <a:r>
              <a:rPr sz="1200">
                <a:solidFill>
                  <a:srgbClr val="4B5D56"/>
                </a:solidFill>
              </a:rPr>
              <a:t>Campus roll number authentication and digital college ID verification.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1C2826"/>
                </a:solidFill>
              </a:rPr>
              <a:t>• Future: Smart Pickup Lockers: </a:t>
            </a:r>
            <a:r>
              <a:rPr sz="1200">
                <a:solidFill>
                  <a:srgbClr val="4B5D56"/>
                </a:solidFill>
              </a:rPr>
              <a:t>QR-code enabled pickup lockers at central library and hostel entrances.</a:t>
            </a:r>
          </a:p>
        </p:txBody>
      </p:sp>
      <p:pic>
        <p:nvPicPr>
          <p:cNvPr id="8" name="Picture 7" descr="slide9_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71600"/>
            <a:ext cx="50292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5486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PROJECT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8686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32004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F59E0B"/>
                </a:solidFill>
              </a:defRPr>
            </a:pPr>
            <a:r>
              <a:t>10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B4332"/>
                </a:solidFill>
              </a:defRPr>
            </a:pPr>
            <a:r>
              <a:t>Project Takeaways:</a:t>
            </a:r>
          </a:p>
          <a:p>
            <a:pPr>
              <a:spcBef>
                <a:spcPts val="1200"/>
              </a:spcBef>
            </a:pPr>
            <a:r>
              <a:rPr b="1" sz="1400">
                <a:solidFill>
                  <a:srgbClr val="1C2826"/>
                </a:solidFill>
              </a:rPr>
              <a:t>• Campus-Focused Utility: </a:t>
            </a:r>
            <a:r>
              <a:rPr sz="1300">
                <a:solidFill>
                  <a:srgbClr val="4B5D56"/>
                </a:solidFill>
              </a:rPr>
              <a:t>RentEquip provides a practical, user-friendly rental marketplace tailored to actual student needs.</a:t>
            </a:r>
          </a:p>
          <a:p>
            <a:pPr>
              <a:spcBef>
                <a:spcPts val="1200"/>
              </a:spcBef>
            </a:pPr>
            <a:r>
              <a:rPr b="1" sz="1400">
                <a:solidFill>
                  <a:srgbClr val="1C2826"/>
                </a:solidFill>
              </a:rPr>
              <a:t>• Connecting Students &amp; Clubs: </a:t>
            </a:r>
            <a:r>
              <a:rPr sz="1300">
                <a:solidFill>
                  <a:srgbClr val="4B5D56"/>
                </a:solidFill>
              </a:rPr>
              <a:t>Bridges the gap between students with idle equipment and peers who need temporary access.</a:t>
            </a:r>
          </a:p>
          <a:p>
            <a:pPr>
              <a:spcBef>
                <a:spcPts val="1200"/>
              </a:spcBef>
            </a:pPr>
            <a:r>
              <a:rPr b="1" sz="1400">
                <a:solidFill>
                  <a:srgbClr val="1C2826"/>
                </a:solidFill>
              </a:rPr>
              <a:t>• Practical Web Engineering: </a:t>
            </a:r>
            <a:r>
              <a:rPr sz="1300">
                <a:solidFill>
                  <a:srgbClr val="4B5D56"/>
                </a:solidFill>
              </a:rPr>
              <a:t>Demonstrates how core HTML, CSS, and JavaScript can deliver a responsive, interactive web application deployed live on the cloud.</a:t>
            </a:r>
          </a:p>
          <a:p>
            <a:pPr>
              <a:spcBef>
                <a:spcPts val="1200"/>
              </a:spcBef>
            </a:pPr>
            <a:r>
              <a:rPr b="1" sz="1400">
                <a:solidFill>
                  <a:srgbClr val="1C2826"/>
                </a:solidFill>
              </a:rPr>
              <a:t>• Sustainable Academic Sharing: </a:t>
            </a:r>
            <a:r>
              <a:rPr sz="1300">
                <a:solidFill>
                  <a:srgbClr val="4B5D56"/>
                </a:solidFill>
              </a:rPr>
              <a:t>Promotes an organized, affordable circular economy within the college campus community.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94960"/>
            <a:ext cx="5486400" cy="82296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Rent smarter. Share better. Learn together.</a:t>
            </a:r>
          </a:p>
        </p:txBody>
      </p:sp>
      <p:pic>
        <p:nvPicPr>
          <p:cNvPr id="9" name="Picture 8" descr="slide10_concl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71600"/>
            <a:ext cx="50292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